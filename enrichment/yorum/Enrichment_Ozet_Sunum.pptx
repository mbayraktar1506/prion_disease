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HASTALIKLARI · FONKSİYONEL ENRICHMENT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504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Enrichment Yorumları — Özet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yorum · nereden çıkarıldı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3566160"/>
            <a:ext cx="292608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 (Prnp D178N) ve CJD (E200K)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Glutamaterjik (vGluT2+) nöronlar · cerebrum · GSE198063 (Bauer ve ark.)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Araçlar: Metascape (GO/KEGG/Reactome/DisGeNET) + g:Profiler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ÇALIŞMANIN ÇERÇEVESI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çalışıldı, sen neyi analiz ettin?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ve veri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166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Veri: GSE198063 — Prnp knock-in fare modelleri.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Translatome: o an ribozoma bağlı, aktif çevrilen mRNA profillemesi.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Hücre tipi: glutamaterjik (vGluT2+/Slc17a6) uyarıcı nöronlar; doku cerebrum.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hastalık: FFI = Prnp D178N (uykusuzluk, talamus); CJD = E200K (demans, korteks).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Analizler: her hastalık kontrole karşı + ortak + doğrudan CJD-vs-FFI.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Makalenin ana bulgusu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nöronlarında 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 ≈ CJD (benzer).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Glutamaterjik nöronlarda yanıtlar </a:t>
            </a:r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hastalığa özgü (birbirinden farklı).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Senin tüm sonuçların bu farkı gösterdiği için makaleyle tutarlı. Bütün yorumların ana ekseni budur.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yorum tam olarak nereden çıkıyor?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2A3A7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 (ham liste)
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 testinin p&lt;0,05 ile anlamlı bulduğu genler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30368" y="173736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DESeq2 CSV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2A3A7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889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Tanınan gen
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eşlemesinden geçen genler (kodlamayan/tahmini genler düşer)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18888" y="278892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Evidence.csv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840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Anlamlı terimlerdeki gen
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GO/KEGG/Reactome terimine düşen genler — yorumu SÜRÜKLEYEN küme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07408" y="384048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_FINAL_GO.csv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her aşamada liste küçülür (teknik, biyolojik değil)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737360"/>
            <a:ext cx="528523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901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görsel/tablo neyi besliyor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33172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_FINAL_GO.csv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terim + LogP + genler (ana yorum kaynağı)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HeatmapSelectedGO.png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en anlamlı terimlerin çubuk grafiği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DisGeNET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hastalık–gen bağı grafiği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GO_MCODE / TRRUST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protein ağı modülleri / TF hedefleri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gProfiler …intersections.csv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terim–gen kesişimi (Manhattan)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53492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yorum tekil gene değil, tema/yolak düzeyindeki tutarlı örüntüye dayanır.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Dört liste, dört farklı soru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5513832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Baskın tema (genel yorum)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CJD vs Kontrol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MAPK/stres kinaz + DUSP frenleri + protokaderin adezyonu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cjd _FINAL_GO /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FFI vs Kontrol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Otofaji–mTOR, proteazom, sinaps, Rho/Rab GTPaz, sitoskeleton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ffı _FINAL_GO /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Ortak (CJD∩FFI)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Erken-stres + PI3K–Akt–mTOR (PKR/REDD1) çekirdeği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ortak _FINAL_GO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CJD vs FFI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Sinaps/adezyon farkı; sitoskeleton/GTPaz FFI'de yüksek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_FINAL_GO / MCODE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anlamlı terimlere düşen gen sayısı (huninin son basamağı).   "Ortak" (58–67) ile "CJD vs FFI" (735) farklı sorulardır.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1 · CJD VS KONTROL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CJD: odaklı MAPK/stres imzası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55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yorum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ve odaklı liste.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 bir dejenerasyon programı YOK; en anlamlı terimler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MAPK/p38 stres kaskadının negatif düzenlenmesi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bunu sürükleyen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DUSP fosfatazları (Dusp1/2/9/10)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Yani hücre kronik strese karşı bir geri-besleme freni kuruyor. İkincil: protokaderin adezyonu.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800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</a:t>
            </a:r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genleri (Hba/Hbb) → olası kan kontaminasyonu, kalite kontrol işareti.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600200"/>
            <a:ext cx="5925312" cy="658368"/>
          </a:xfrm>
          <a:prstGeom prst="roundRect">
            <a:avLst>
              <a:gd name="adj" fmla="val 125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60020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cjd-metascape / _FINAL_GO.csv + HeatmapSelectedGO.png</a:t>
            </a:r>
            <a:endParaRPr lang="en-US" sz="1100" dirty="0"/>
          </a:p>
        </p:txBody>
      </p:sp>
      <p:pic>
        <p:nvPicPr>
          <p:cNvPr id="11" name="Image 0" descr="/sessions/jolly-dreamy-pasteur/mnt/outputs/figs/cjd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514600"/>
            <a:ext cx="5925312" cy="1344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3977640"/>
            <a:ext cx="5925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üst terim: regulation of stress-activated MAPK cascade (LogP −5,7).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2 · FFI VS KONTROL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FFI: klasik proteostaz–mTOR imzası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55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yorum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 liste; klasik nörodejenerasyon makineleri.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eksen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otofaji–mTOR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(Ulk1, Ambra1 + TORC1 freni Tsc1/2, Depdc5). Ek: ubikitin–proteazom, sinaps, Rho/Rab GTPaz, sitoskeleton.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Makalenin "FFI'de mTOR aşağı-regülasyonu" hipoteziyle birebir örtüşür.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06440" y="1600200"/>
            <a:ext cx="5925312" cy="658368"/>
          </a:xfrm>
          <a:prstGeom prst="roundRect">
            <a:avLst>
              <a:gd name="adj" fmla="val 125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60020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ffı-metascpae / _FINAL_GO.csv + HeatmapSelectedGO.png</a:t>
            </a:r>
            <a:endParaRPr lang="en-US" sz="1100" dirty="0"/>
          </a:p>
        </p:txBody>
      </p:sp>
      <p:pic>
        <p:nvPicPr>
          <p:cNvPr id="9" name="Image 0" descr="/sessions/jolly-dreamy-pasteur/mnt/outputs/figs/ffi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514600"/>
            <a:ext cx="5925312" cy="2468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06440" y="5074920"/>
            <a:ext cx="5925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development (−9,9), Macroautophagy (−7,5), protein ubiquitination (−8,0).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3 · ORTAK (CJD ∩ FFI)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Ortak: paylaşılan stres–mTOR çekirdeği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55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yorum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ama kavramsal olarak kritik.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hastalığın paylaştığı çekirdek, erken-stres genleri +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PI3K–Akt–mTOR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Anahtar: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Ddit4/REDD1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(mTOR inhibitörü) ve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Eif2ak2/PKR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(entegre stres). FFI'deki mTOR temasıyla aynı düğümü işaret eder.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5074920" cy="868680"/>
          </a:xfrm>
          <a:prstGeom prst="roundRect">
            <a:avLst>
              <a:gd name="adj" fmla="val 6316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8006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</a:t>
            </a:r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Herpes/enfeksiyon (DisGeNET) çıkması PKR'nin antiviral rolünden; gerçek konu ER/protein stresi.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600200"/>
            <a:ext cx="5925312" cy="658368"/>
          </a:xfrm>
          <a:prstGeom prst="roundRect">
            <a:avLst>
              <a:gd name="adj" fmla="val 125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60020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ortak-metascape / _FINAL_GO.csv (FGF yanıtı −4,5; PI3K–Akt)</a:t>
            </a:r>
            <a:endParaRPr lang="en-US" sz="1100" dirty="0"/>
          </a:p>
        </p:txBody>
      </p:sp>
      <p:pic>
        <p:nvPicPr>
          <p:cNvPr id="11" name="Image 0" descr="/sessions/jolly-dreamy-pasteur/mnt/outputs/figs/ortak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514600"/>
            <a:ext cx="5925312" cy="15727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4206240"/>
            <a:ext cx="5925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FGF, ionizing radiation, PI3K–Akt–mTOR — küçük ama net stres çekirdeği.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4 · CJD VS FFI (DOĞRUDAN)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hastalık nerede ayrışıyor?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55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yorum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hastalığı en güçlü ayıran süreçler: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sinaps + hücre bağlantısı organizasyonu ve kaderin adezyonu.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 çift yönlü → "ortak süreç, hastalığa-özgü kalıp". Sitoskeleton, GTPaz ve otofaji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sistematik olarak FFI'de yüksek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yani farkın çoğu aslında FFI'nin güçlü cevabından gelir.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06440" y="1600200"/>
            <a:ext cx="5925312" cy="658368"/>
          </a:xfrm>
          <a:prstGeom prst="roundRect">
            <a:avLst>
              <a:gd name="adj" fmla="val 125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60020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vs-metascape / _FINAL_GO.csv + GO_MCODE (protein ağı)</a:t>
            </a:r>
            <a:endParaRPr lang="en-US" sz="1100" dirty="0"/>
          </a:p>
        </p:txBody>
      </p:sp>
      <p:pic>
        <p:nvPicPr>
          <p:cNvPr id="9" name="Image 0" descr="/sessions/jolly-dreamy-pasteur/mnt/outputs/figs/vs_m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514600"/>
            <a:ext cx="5486400" cy="31729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06440" y="5760720"/>
            <a:ext cx="59253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MCODE ağ modülleri: hücre bağlantısı/sinaps/kaderin çekirdeği + kinesin, Rho, Wnt/Ca, Hedgehog.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HASTALIK BAĞI · DISGENET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Mekanizmadan klinik doğrulamaya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8920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556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yorum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GO/pathway = mekanizma; DisGeNET = klinik/hastalık bağı. 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 listesi bağımsız hastalık veritabanında doğrudan prion fenotiplerine bağlanıyor: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ensefalopati, serebellar/kortikal atrofi, demans, distoni, dizartri.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Analizin en güçlü doğrulaması.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4892040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8920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ayarı: </a:t>
            </a:r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Input=fare, Analysis=insan (ortolog eşlemesi). Doğru ve zorunlu.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23560" y="1600200"/>
            <a:ext cx="6108192" cy="658368"/>
          </a:xfrm>
          <a:prstGeom prst="roundRect">
            <a:avLst>
              <a:gd name="adj" fmla="val 125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600200"/>
            <a:ext cx="5833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ffı-metascpae / DisGeNET (Metascape)</a:t>
            </a:r>
            <a:endParaRPr lang="en-US" sz="1100" dirty="0"/>
          </a:p>
        </p:txBody>
      </p:sp>
      <p:pic>
        <p:nvPicPr>
          <p:cNvPr id="11" name="Image 0" descr="/sessions/jolly-dreamy-pasteur/mnt/outputs/figs/ffi_disge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514600"/>
            <a:ext cx="6108192" cy="30906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23560" y="5650992"/>
            <a:ext cx="6108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Strabismus 13,6 · Encephalopathies · Cerebellar/cortical atrophy · Frontotemporal dementia.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DISGENET · DÖRT LISTE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listenin klinik imzası ve kaynağı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46304" cy="1920240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96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doğrulama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2432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fenotipleri: ensefalopati, serebellar/kortikal atrofi, demans, hareket bozukluğu.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64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ffı DisGeNET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91640"/>
            <a:ext cx="146304" cy="1920240"/>
          </a:xfrm>
          <a:prstGeom prst="roundRect">
            <a:avLst>
              <a:gd name="adj" fmla="val 1875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196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CJD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2258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/ sistemik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62432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Anemi, GİS hemoraji, renal — hemoglobin genlerinden. Nörodejenerasyon sinyali zayıf.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264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 DisGeNET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146304" cy="1920240"/>
          </a:xfrm>
          <a:prstGeom prst="roundRect">
            <a:avLst>
              <a:gd name="adj" fmla="val 18750"/>
            </a:avLst>
          </a:prstGeom>
          <a:solidFill>
            <a:srgbClr val="2A3A7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684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4407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Antiviral / ER-stres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77316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Herpes/endotoksemi terimleri → PKR + ATF6 (UPR). Ortak stres çekirdeği.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413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DisGeNET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840480"/>
            <a:ext cx="146304" cy="1920240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9684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CJD vs FFI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37960" y="44074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Nörogelişimsel / ataksi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4773168"/>
            <a:ext cx="4983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Gelişimsel gecikme, epilepsi, spinoserebellar ataksi, psikotik/distoni.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5413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 </a:t>
            </a:r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DisGeNET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çıkarımlar (makale ile uyum)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051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Nedensel gen yakalandı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Prnp bizzat FFI listesinde → iş akışı doğru biyolojik sinyali görüyor.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38360" y="1737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</a:t>
            </a:r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ffı _FINAL_GO / literatür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88950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9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81635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mTOR ekseni tekrar ediyor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FFI'de TORC1 aşağı-regülasyonu + ortak listede Ddit4/PKR — çalışmanın omurgası.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38360" y="2816352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</a:t>
            </a:r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ffı + ortak _FINAL_GO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68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895344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Hastalığa-özgü glutamaterjik yanıt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 = MAPK/stres, FFI = proteostaz/mTOR. Makalenin ana bulgusunu doğrudan destekler.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38360" y="3895344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</a:t>
            </a:r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cjd + ffı + vs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47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974336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 düzeyinde gerçek yanıt  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Astrosit imzası (astroglioz) — prion patolojisinin histolojik damgası.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738360" y="4974336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</a:t>
            </a:r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ffı Cell Type imzası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Sınırlılıklar ve species ayarı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7607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05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Sınırlılıklar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p&lt;0,05 (fold-change eşiği yok); çoğu gende padj≈1 → tema düzeyinde güçlü, tekil gen zayıf.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|log2FC| eşiği ve/veya q-değeri (FDR) ile keskinleştir.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 log2FC (±22) teknik "var-yok" farkı; hemoglobin = kontaminasyon kontrolü.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Aday yolaklar (Wnt/Hedgehog/JNK/MHC-II) hedefli doğrulama ister.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645920"/>
            <a:ext cx="5285232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8105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ayarın doğru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KEGG / Reactome:  </a:t>
            </a:r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Input=fare, Analysis=fare ✓</a:t>
            </a:r>
            <a:endParaRPr lang="en-US" sz="135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temiz seçim — ortolog çevirisi ve kaybı yok.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DisGeNET (hastalık):  </a:t>
            </a:r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Input=fare, Analysis=insan ✓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DisGeNET insan tabanlıdır; disease sonucu almanın tek yolu. Küçük ortolog kaybı kaydı taşır.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Prion enrichment — özet sunum · GSE198063 · glutamaterjik nöronlar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cümlelik özet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Mekanizma (GO/pathway) ve klinik (DisGeNET) tutarlı: FFI baskın ve proteostaz–mTOR merkezli; CJD odaklı MAPK/stres; ikisi glutamaterjik nöronlarda hastalığa-özgü ayrışıyor.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3886200"/>
            <a:ext cx="292608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206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dosyalar: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DESeq2 CSV · Metascape (_FINAL_GO, GO_AllLists, MCODE, TRRUST, Evidence, DisGeNET/Cell-Type görselleri) · g:Profiler intersections.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Ayrıntılı sürüm: "Enrichment_Yorumlari_Calisma_Rehberi.pdf" (26 sayfa).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2026-07-12T18:49:36Z</dcterms:created>
  <dcterms:modified xsi:type="dcterms:W3CDTF">2026-07-12T18:49:36Z</dcterms:modified>
</cp:coreProperties>
</file>